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rubyinstaller.org/" TargetMode="External"/><Relationship Id="rId3" Type="http://schemas.openxmlformats.org/officeDocument/2006/relationships/hyperlink" Target="https://gamma.app" TargetMode="External"/><Relationship Id="rId2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okshandilya/se-watir-presentation/" TargetMode="External"/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3042761"/>
            <a:ext cx="5332690" cy="833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6561"/>
              </a:lnSpc>
              <a:buNone/>
            </a:pPr>
            <a:r>
              <a:rPr lang="en-US" sz="5249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Watir</a:t>
            </a:r>
            <a:endParaRPr lang="en-US" sz="5249" dirty="0"/>
          </a:p>
        </p:txBody>
      </p:sp>
      <p:sp>
        <p:nvSpPr>
          <p:cNvPr id="6" name="Text 3"/>
          <p:cNvSpPr/>
          <p:nvPr/>
        </p:nvSpPr>
        <p:spPr>
          <a:xfrm>
            <a:off x="1277541" y="4209217"/>
            <a:ext cx="7033260" cy="4443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499"/>
              </a:lnSpc>
              <a:buSzPct val="100000"/>
              <a:buChar char="•"/>
            </a:pPr>
            <a:r>
              <a:rPr lang="en-US" sz="2187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CSM22010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1277541" y="4742378"/>
            <a:ext cx="7033260" cy="4443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499"/>
              </a:lnSpc>
              <a:buSzPct val="100000"/>
              <a:buChar char="•"/>
            </a:pPr>
            <a:r>
              <a:rPr lang="en-US" sz="2187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Alok Shandilya</a:t>
            </a:r>
            <a:endParaRPr lang="en-US" sz="2187" dirty="0"/>
          </a:p>
        </p:txBody>
      </p:sp>
      <p:pic>
        <p:nvPicPr>
          <p:cNvPr id="8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001679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What i</a:t>
            </a:r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</a:t>
            </a:r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Watir?</a:t>
            </a:r>
            <a:endParaRPr lang="en-US" sz="4374" dirty="0"/>
          </a:p>
        </p:txBody>
      </p:sp>
      <p:sp>
        <p:nvSpPr>
          <p:cNvPr id="6" name="Text 3"/>
          <p:cNvSpPr/>
          <p:nvPr/>
        </p:nvSpPr>
        <p:spPr>
          <a:xfrm>
            <a:off x="1188601" y="3029307"/>
            <a:ext cx="7122200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b="1" u="sng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</a:t>
            </a:r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eb </a:t>
            </a:r>
            <a:pPr algn="l" indent="0" marL="0">
              <a:lnSpc>
                <a:spcPts val="2799"/>
              </a:lnSpc>
              <a:buNone/>
            </a:pPr>
            <a:r>
              <a:rPr lang="en-US" sz="1750" b="1" u="sng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</a:t>
            </a:r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pplication </a:t>
            </a:r>
            <a:pPr algn="l" indent="0" marL="0">
              <a:lnSpc>
                <a:spcPts val="2799"/>
              </a:lnSpc>
              <a:buNone/>
            </a:pPr>
            <a:r>
              <a:rPr lang="en-US" sz="1750" b="1" u="sng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</a:t>
            </a:r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esting In </a:t>
            </a:r>
            <a:pPr algn="l" indent="0" marL="0">
              <a:lnSpc>
                <a:spcPts val="2799"/>
              </a:lnSpc>
              <a:buNone/>
            </a:pPr>
            <a:r>
              <a:rPr lang="en-US" sz="1750" b="1" u="sng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</a:t>
            </a:r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uby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188601" y="3473529"/>
            <a:ext cx="7122200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Open Source</a:t>
            </a:r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library for browser-based automated testing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88601" y="3917752"/>
            <a:ext cx="7122200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Test scripts written in Ruby programming language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88601" y="4361974"/>
            <a:ext cx="7122200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pronounced like "Water"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88601" y="4806196"/>
            <a:ext cx="7122200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 a low level, Watir works by interacting with a browser's HTML and JavaScript elements through the browser's automation interface. It leverages the browser's internal APIs to simulate user interactions and retrieve information from web pages.</a:t>
            </a:r>
            <a:endParaRPr lang="en-US" sz="1750" dirty="0"/>
          </a:p>
        </p:txBody>
      </p:sp>
      <p:pic>
        <p:nvPicPr>
          <p:cNvPr id="11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756892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What is Ruby?</a:t>
            </a:r>
            <a:endParaRPr lang="en-US" sz="4374" dirty="0"/>
          </a:p>
        </p:txBody>
      </p:sp>
      <p:sp>
        <p:nvSpPr>
          <p:cNvPr id="6" name="Text 3"/>
          <p:cNvSpPr/>
          <p:nvPr/>
        </p:nvSpPr>
        <p:spPr>
          <a:xfrm>
            <a:off x="1188601" y="3784521"/>
            <a:ext cx="7122200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Object oriented scripting language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188601" y="4228743"/>
            <a:ext cx="7122200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interpreted rather than compiled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88601" y="4672965"/>
            <a:ext cx="7122200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written in C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544122" y="5117187"/>
            <a:ext cx="676667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will work on any platform that has a C compiler</a:t>
            </a:r>
            <a:endParaRPr lang="en-US" sz="1750" dirty="0"/>
          </a:p>
        </p:txBody>
      </p:sp>
      <p:pic>
        <p:nvPicPr>
          <p:cNvPr id="10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479238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Why use WATIR?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393394" y="3617952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ideal for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748915" y="4062174"/>
            <a:ext cx="9843492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799"/>
              </a:lnSpc>
              <a:buSzPct val="100000"/>
              <a:buChar char="•"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functional</a:t>
            </a:r>
            <a:pPr algn="l" lvl="1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testing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748915" y="4506397"/>
            <a:ext cx="9843492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799"/>
              </a:lnSpc>
              <a:buSzPct val="100000"/>
              <a:buChar char="•"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integration</a:t>
            </a:r>
            <a:pPr algn="l" lvl="1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testing (with RSpec - testing DSL written in Ruby)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393394" y="4950619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find bugs that unit tests miss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393394" y="5394841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automates what is usually a manual tedious process</a:t>
            </a:r>
            <a:endParaRPr lang="en-US" sz="1750" dirty="0"/>
          </a:p>
        </p:txBody>
      </p:sp>
      <p:pic>
        <p:nvPicPr>
          <p:cNvPr id="10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sp>
        <p:nvSpPr>
          <p:cNvPr id="4" name="Text 2"/>
          <p:cNvSpPr/>
          <p:nvPr/>
        </p:nvSpPr>
        <p:spPr>
          <a:xfrm>
            <a:off x="2230993" y="601504"/>
            <a:ext cx="8267700" cy="66889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268"/>
              </a:lnSpc>
              <a:buNone/>
            </a:pPr>
            <a:r>
              <a:rPr lang="en-US" sz="4214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Installing and Setting Up Watir</a:t>
            </a:r>
            <a:endParaRPr lang="en-US" sz="4214" dirty="0"/>
          </a:p>
        </p:txBody>
      </p:sp>
      <p:sp>
        <p:nvSpPr>
          <p:cNvPr id="5" name="Text 3"/>
          <p:cNvSpPr/>
          <p:nvPr/>
        </p:nvSpPr>
        <p:spPr>
          <a:xfrm>
            <a:off x="2573417" y="1698427"/>
            <a:ext cx="9825990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686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Install Ruby</a:t>
            </a:r>
            <a:endParaRPr lang="en-US" sz="1686" dirty="0"/>
          </a:p>
        </p:txBody>
      </p:sp>
      <p:sp>
        <p:nvSpPr>
          <p:cNvPr id="6" name="Text 4"/>
          <p:cNvSpPr/>
          <p:nvPr/>
        </p:nvSpPr>
        <p:spPr>
          <a:xfrm>
            <a:off x="2915960" y="2126456"/>
            <a:ext cx="9483447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Windows </a:t>
            </a:r>
            <a:pPr algn="l" lvl="1" indent="0" marL="0">
              <a:lnSpc>
                <a:spcPts val="2697"/>
              </a:lnSpc>
              <a:buNone/>
            </a:pPr>
            <a:r>
              <a:rPr lang="en-US" sz="1686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🤢</a:t>
            </a:r>
            <a:endParaRPr lang="en-US" sz="1686" dirty="0"/>
          </a:p>
        </p:txBody>
      </p:sp>
      <p:sp>
        <p:nvSpPr>
          <p:cNvPr id="7" name="Text 5"/>
          <p:cNvSpPr/>
          <p:nvPr/>
        </p:nvSpPr>
        <p:spPr>
          <a:xfrm>
            <a:off x="3258503" y="2554486"/>
            <a:ext cx="9140904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2" marL="10287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Download RubyInstaller (</a:t>
            </a:r>
            <a:pPr algn="l" lvl="2" indent="0" marL="0">
              <a:lnSpc>
                <a:spcPts val="2697"/>
              </a:lnSpc>
              <a:buNone/>
            </a:pPr>
            <a:r>
              <a:rPr lang="en-US" sz="1686" u="sng" dirty="0">
                <a:solidFill>
                  <a:srgbClr val="FF66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https://rubyinstaller.org/</a:t>
            </a:r>
            <a:pPr algn="l" lvl="2" indent="0" marL="0">
              <a:lnSpc>
                <a:spcPts val="2697"/>
              </a:lnSpc>
              <a:buNone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</a:t>
            </a:r>
            <a:endParaRPr lang="en-US" sz="1686" dirty="0"/>
          </a:p>
        </p:txBody>
      </p:sp>
      <p:sp>
        <p:nvSpPr>
          <p:cNvPr id="8" name="Text 6"/>
          <p:cNvSpPr/>
          <p:nvPr/>
        </p:nvSpPr>
        <p:spPr>
          <a:xfrm>
            <a:off x="3258503" y="2982516"/>
            <a:ext cx="9140904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2" marL="10287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 to PATH</a:t>
            </a:r>
            <a:endParaRPr lang="en-US" sz="1686" dirty="0"/>
          </a:p>
        </p:txBody>
      </p:sp>
      <p:sp>
        <p:nvSpPr>
          <p:cNvPr id="9" name="Text 7"/>
          <p:cNvSpPr/>
          <p:nvPr/>
        </p:nvSpPr>
        <p:spPr>
          <a:xfrm>
            <a:off x="2915960" y="3410545"/>
            <a:ext cx="9483447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macOS </a:t>
            </a:r>
            <a:pPr algn="l" lvl="1" indent="0" marL="0">
              <a:lnSpc>
                <a:spcPts val="2697"/>
              </a:lnSpc>
              <a:buNone/>
            </a:pPr>
            <a:r>
              <a:rPr lang="en-US" sz="1686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😅</a:t>
            </a:r>
            <a:endParaRPr lang="en-US" sz="1686" dirty="0"/>
          </a:p>
        </p:txBody>
      </p:sp>
      <p:sp>
        <p:nvSpPr>
          <p:cNvPr id="10" name="Text 8"/>
          <p:cNvSpPr/>
          <p:nvPr/>
        </p:nvSpPr>
        <p:spPr>
          <a:xfrm>
            <a:off x="2915960" y="3838575"/>
            <a:ext cx="9483447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Linux </a:t>
            </a:r>
            <a:pPr algn="l" lvl="1" indent="0" marL="0">
              <a:lnSpc>
                <a:spcPts val="2697"/>
              </a:lnSpc>
              <a:buNone/>
            </a:pPr>
            <a:r>
              <a:rPr lang="en-US" sz="1686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🤩</a:t>
            </a:r>
            <a:endParaRPr lang="en-US" sz="1686" dirty="0"/>
          </a:p>
        </p:txBody>
      </p:sp>
      <p:sp>
        <p:nvSpPr>
          <p:cNvPr id="11" name="Text 9"/>
          <p:cNvSpPr/>
          <p:nvPr/>
        </p:nvSpPr>
        <p:spPr>
          <a:xfrm>
            <a:off x="3258503" y="4266605"/>
            <a:ext cx="9140904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2" marL="10287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 your package manager to install ruby</a:t>
            </a:r>
            <a:endParaRPr lang="en-US" sz="1686" dirty="0"/>
          </a:p>
        </p:txBody>
      </p:sp>
      <p:sp>
        <p:nvSpPr>
          <p:cNvPr id="12" name="Text 10"/>
          <p:cNvSpPr/>
          <p:nvPr/>
        </p:nvSpPr>
        <p:spPr>
          <a:xfrm>
            <a:off x="2573417" y="4694634"/>
            <a:ext cx="9825990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686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Install Watir gem</a:t>
            </a:r>
            <a:endParaRPr lang="en-US" sz="1686" dirty="0"/>
          </a:p>
        </p:txBody>
      </p:sp>
      <p:sp>
        <p:nvSpPr>
          <p:cNvPr id="13" name="Text 11"/>
          <p:cNvSpPr/>
          <p:nvPr/>
        </p:nvSpPr>
        <p:spPr>
          <a:xfrm>
            <a:off x="2915960" y="5122664"/>
            <a:ext cx="9483447" cy="365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highlight>
                  <a:srgbClr val="4D00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gem install watir</a:t>
            </a:r>
            <a:endParaRPr lang="en-US" sz="1686" dirty="0"/>
          </a:p>
        </p:txBody>
      </p:sp>
      <p:sp>
        <p:nvSpPr>
          <p:cNvPr id="14" name="Text 12"/>
          <p:cNvSpPr/>
          <p:nvPr/>
        </p:nvSpPr>
        <p:spPr>
          <a:xfrm>
            <a:off x="2573417" y="5573554"/>
            <a:ext cx="9825990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686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Install Browser Drivers (add to PATH)</a:t>
            </a:r>
            <a:endParaRPr lang="en-US" sz="1686" dirty="0"/>
          </a:p>
        </p:txBody>
      </p:sp>
      <p:sp>
        <p:nvSpPr>
          <p:cNvPr id="15" name="Text 13"/>
          <p:cNvSpPr/>
          <p:nvPr/>
        </p:nvSpPr>
        <p:spPr>
          <a:xfrm>
            <a:off x="2915960" y="6001583"/>
            <a:ext cx="9483447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chromedriver</a:t>
            </a:r>
            <a:endParaRPr lang="en-US" sz="1686" dirty="0"/>
          </a:p>
        </p:txBody>
      </p:sp>
      <p:sp>
        <p:nvSpPr>
          <p:cNvPr id="16" name="Text 14"/>
          <p:cNvSpPr/>
          <p:nvPr/>
        </p:nvSpPr>
        <p:spPr>
          <a:xfrm>
            <a:off x="2915960" y="6429613"/>
            <a:ext cx="9483447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geckodriver</a:t>
            </a:r>
            <a:endParaRPr lang="en-US" sz="1686" dirty="0"/>
          </a:p>
        </p:txBody>
      </p:sp>
      <p:sp>
        <p:nvSpPr>
          <p:cNvPr id="17" name="Text 15"/>
          <p:cNvSpPr/>
          <p:nvPr/>
        </p:nvSpPr>
        <p:spPr>
          <a:xfrm>
            <a:off x="2915960" y="6857643"/>
            <a:ext cx="9483447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697"/>
              </a:lnSpc>
              <a:buSzPct val="100000"/>
              <a:buChar char="•"/>
            </a:pPr>
            <a:r>
              <a:rPr lang="en-US" sz="168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msedgedriver</a:t>
            </a:r>
            <a:endParaRPr lang="en-US" sz="1686" dirty="0"/>
          </a:p>
        </p:txBody>
      </p:sp>
      <p:sp>
        <p:nvSpPr>
          <p:cNvPr id="18" name="Text 16"/>
          <p:cNvSpPr/>
          <p:nvPr/>
        </p:nvSpPr>
        <p:spPr>
          <a:xfrm>
            <a:off x="2573417" y="7285673"/>
            <a:ext cx="9825990" cy="3424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686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Verify Installation </a:t>
            </a:r>
            <a:endParaRPr lang="en-US" sz="1686" dirty="0"/>
          </a:p>
        </p:txBody>
      </p:sp>
      <p:pic>
        <p:nvPicPr>
          <p:cNvPr id="19" name="Image 0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sp>
        <p:nvSpPr>
          <p:cNvPr id="4" name="Text 2"/>
          <p:cNvSpPr/>
          <p:nvPr/>
        </p:nvSpPr>
        <p:spPr>
          <a:xfrm>
            <a:off x="3102769" y="488037"/>
            <a:ext cx="3547229" cy="5542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4364"/>
              </a:lnSpc>
              <a:buNone/>
            </a:pPr>
            <a:r>
              <a:rPr lang="en-US" sz="3491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Test Framework</a:t>
            </a:r>
            <a:endParaRPr lang="en-US" sz="3491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2769" y="1396960"/>
            <a:ext cx="8424743" cy="6344483"/>
          </a:xfrm>
          <a:prstGeom prst="rect">
            <a:avLst/>
          </a:prstGeom>
        </p:spPr>
      </p:pic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180987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Watir Examples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393394" y="3319701"/>
            <a:ext cx="10199013" cy="3858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highlight>
                  <a:srgbClr val="4D00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browser.lin(:id, "lnk1").click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393394" y="3794403"/>
            <a:ext cx="10199013" cy="3858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highlight>
                  <a:srgbClr val="4D00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browser.button(:id, "btn1").click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393394" y="4269105"/>
            <a:ext cx="10199013" cy="3858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highlight>
                  <a:srgbClr val="4D00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browser.link(:name, "lnk1").exists?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393394" y="4743807"/>
            <a:ext cx="10199013" cy="3858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highlight>
                  <a:srgbClr val="4D00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browser.contains_text('Welcome')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393394" y="5218509"/>
            <a:ext cx="10199013" cy="3858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highlight>
                  <a:srgbClr val="4D00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wait_until {browser.contains_text "Edit"}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393394" y="5693212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WATIR can find elements by id, name, text, link, XPATH etc…</a:t>
            </a:r>
            <a:endParaRPr lang="en-US" sz="1750" dirty="0"/>
          </a:p>
        </p:txBody>
      </p:sp>
      <p:pic>
        <p:nvPicPr>
          <p:cNvPr id="1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3253740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let's go WATIR</a:t>
            </a:r>
            <a:endParaRPr lang="en-US" sz="4374" dirty="0"/>
          </a:p>
        </p:txBody>
      </p:sp>
      <p:sp>
        <p:nvSpPr>
          <p:cNvPr id="6" name="Text 3"/>
          <p:cNvSpPr/>
          <p:nvPr/>
        </p:nvSpPr>
        <p:spPr>
          <a:xfrm>
            <a:off x="2350056" y="4281368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5468"/>
              </a:lnSpc>
              <a:buNone/>
            </a:pPr>
            <a:r>
              <a:rPr lang="en-US" sz="4374" b="1" u="sng" dirty="0">
                <a:solidFill>
                  <a:srgbClr val="FF668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</a:t>
            </a:r>
            <a:endParaRPr lang="en-US" sz="4374" dirty="0"/>
          </a:p>
        </p:txBody>
      </p:sp>
      <p:pic>
        <p:nvPicPr>
          <p:cNvPr id="7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2577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27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9084" y="3285053"/>
            <a:ext cx="4308277" cy="6730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301"/>
              </a:lnSpc>
              <a:buNone/>
            </a:pPr>
            <a:r>
              <a:rPr lang="en-US" sz="4241" b="1" dirty="0">
                <a:solidFill>
                  <a:srgbClr val="FF726D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Alternatives</a:t>
            </a:r>
            <a:endParaRPr lang="en-US" sz="4241" dirty="0"/>
          </a:p>
        </p:txBody>
      </p:sp>
      <p:sp>
        <p:nvSpPr>
          <p:cNvPr id="6" name="Text 3"/>
          <p:cNvSpPr/>
          <p:nvPr/>
        </p:nvSpPr>
        <p:spPr>
          <a:xfrm>
            <a:off x="2543651" y="4281130"/>
            <a:ext cx="9887664" cy="3445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14"/>
              </a:lnSpc>
              <a:buSzPct val="100000"/>
              <a:buChar char="•"/>
            </a:pPr>
            <a:r>
              <a:rPr lang="en-US" sz="169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Selenium</a:t>
            </a:r>
            <a:endParaRPr lang="en-US" sz="1696" dirty="0"/>
          </a:p>
        </p:txBody>
      </p:sp>
      <p:sp>
        <p:nvSpPr>
          <p:cNvPr id="7" name="Text 4"/>
          <p:cNvSpPr/>
          <p:nvPr/>
        </p:nvSpPr>
        <p:spPr>
          <a:xfrm>
            <a:off x="2888218" y="4711779"/>
            <a:ext cx="9543098" cy="3445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714"/>
              </a:lnSpc>
              <a:buSzPct val="100000"/>
              <a:buChar char="•"/>
            </a:pPr>
            <a:r>
              <a:rPr lang="en-US" sz="169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similar open source browser automation framework</a:t>
            </a:r>
            <a:endParaRPr lang="en-US" sz="1696" dirty="0"/>
          </a:p>
        </p:txBody>
      </p:sp>
      <p:sp>
        <p:nvSpPr>
          <p:cNvPr id="8" name="Text 5"/>
          <p:cNvSpPr/>
          <p:nvPr/>
        </p:nvSpPr>
        <p:spPr>
          <a:xfrm>
            <a:off x="2888218" y="5142428"/>
            <a:ext cx="9543098" cy="3445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714"/>
              </a:lnSpc>
              <a:buSzPct val="100000"/>
              <a:buChar char="•"/>
            </a:pPr>
            <a:r>
              <a:rPr lang="en-US" sz="169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scripts are written in custom macro language</a:t>
            </a:r>
            <a:endParaRPr lang="en-US" sz="1696" dirty="0"/>
          </a:p>
        </p:txBody>
      </p:sp>
      <p:sp>
        <p:nvSpPr>
          <p:cNvPr id="9" name="Text 6"/>
          <p:cNvSpPr/>
          <p:nvPr/>
        </p:nvSpPr>
        <p:spPr>
          <a:xfrm>
            <a:off x="2543651" y="5573078"/>
            <a:ext cx="9887664" cy="3445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14"/>
              </a:lnSpc>
              <a:buSzPct val="100000"/>
              <a:buChar char="•"/>
            </a:pPr>
            <a:r>
              <a:rPr lang="en-US" sz="169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Cypress</a:t>
            </a:r>
            <a:endParaRPr lang="en-US" sz="1696" dirty="0"/>
          </a:p>
        </p:txBody>
      </p:sp>
      <p:sp>
        <p:nvSpPr>
          <p:cNvPr id="10" name="Text 7"/>
          <p:cNvSpPr/>
          <p:nvPr/>
        </p:nvSpPr>
        <p:spPr>
          <a:xfrm>
            <a:off x="2888218" y="6003727"/>
            <a:ext cx="9543098" cy="3445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714"/>
              </a:lnSpc>
              <a:buSzPct val="100000"/>
              <a:buChar char="•"/>
            </a:pPr>
            <a:r>
              <a:rPr lang="en-US" sz="169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primarly uses JavaScript</a:t>
            </a:r>
            <a:endParaRPr lang="en-US" sz="1696" dirty="0"/>
          </a:p>
        </p:txBody>
      </p:sp>
      <p:sp>
        <p:nvSpPr>
          <p:cNvPr id="11" name="Text 8"/>
          <p:cNvSpPr/>
          <p:nvPr/>
        </p:nvSpPr>
        <p:spPr>
          <a:xfrm>
            <a:off x="2888218" y="6434376"/>
            <a:ext cx="9543098" cy="3445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714"/>
              </a:lnSpc>
              <a:buSzPct val="100000"/>
              <a:buChar char="•"/>
            </a:pPr>
            <a:r>
              <a:rPr lang="en-US" sz="169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offers real-time reloads</a:t>
            </a:r>
            <a:endParaRPr lang="en-US" sz="1696" dirty="0"/>
          </a:p>
        </p:txBody>
      </p:sp>
      <p:sp>
        <p:nvSpPr>
          <p:cNvPr id="12" name="Text 9"/>
          <p:cNvSpPr/>
          <p:nvPr/>
        </p:nvSpPr>
        <p:spPr>
          <a:xfrm>
            <a:off x="2543651" y="6865025"/>
            <a:ext cx="9887664" cy="3445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2714"/>
              </a:lnSpc>
              <a:buSzPct val="100000"/>
              <a:buChar char="•"/>
            </a:pPr>
            <a:r>
              <a:rPr lang="en-US" sz="169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PlayWright</a:t>
            </a:r>
            <a:endParaRPr lang="en-US" sz="1696" dirty="0"/>
          </a:p>
        </p:txBody>
      </p:sp>
      <p:sp>
        <p:nvSpPr>
          <p:cNvPr id="13" name="Text 10"/>
          <p:cNvSpPr/>
          <p:nvPr/>
        </p:nvSpPr>
        <p:spPr>
          <a:xfrm>
            <a:off x="2888218" y="7295674"/>
            <a:ext cx="9543098" cy="3445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2714"/>
              </a:lnSpc>
              <a:buSzPct val="100000"/>
              <a:buChar char="•"/>
            </a:pPr>
            <a:r>
              <a:rPr lang="en-US" sz="1696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supports mobile browsers</a:t>
            </a:r>
            <a:endParaRPr lang="en-US" sz="1696" dirty="0"/>
          </a:p>
        </p:txBody>
      </p:sp>
      <p:pic>
        <p:nvPicPr>
          <p:cNvPr id="1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2023-12-20T03:53:24Z</dcterms:created>
  <dcterms:modified xsi:type="dcterms:W3CDTF">2023-12-20T03:53:24Z</dcterms:modified>
</cp:coreProperties>
</file>